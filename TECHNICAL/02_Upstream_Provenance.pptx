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PKU-Alignment/safe-rlhf |</a:t>
            </a:r>
          </a:p>
          <a:p>
            <a:r>
              <a:t>| Commit | e8cca16665ef2340ac92c6514f05519310251581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5.48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K_SAFERLHF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